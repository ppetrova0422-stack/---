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1" r:id="rId3"/>
    <p:sldId id="260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6E58"/>
    <a:srgbClr val="535A53"/>
    <a:srgbClr val="C38737"/>
    <a:srgbClr val="854E35"/>
    <a:srgbClr val="99B60C"/>
    <a:srgbClr val="67271D"/>
    <a:srgbClr val="677353"/>
    <a:srgbClr val="6A8B54"/>
    <a:srgbClr val="334832"/>
    <a:srgbClr val="528E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528EC1"/>
            </a:solidFill>
          </c:spPr>
          <c:dPt>
            <c:idx val="0"/>
            <c:bubble3D val="0"/>
            <c:spPr>
              <a:solidFill>
                <a:srgbClr val="535A5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7926-470A-9A39-C264FA6C0D1C}"/>
              </c:ext>
            </c:extLst>
          </c:dPt>
          <c:dPt>
            <c:idx val="1"/>
            <c:bubble3D val="0"/>
            <c:spPr>
              <a:solidFill>
                <a:srgbClr val="67271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926-470A-9A39-C264FA6C0D1C}"/>
              </c:ext>
            </c:extLst>
          </c:dPt>
          <c:dPt>
            <c:idx val="2"/>
            <c:bubble3D val="0"/>
            <c:spPr>
              <a:solidFill>
                <a:srgbClr val="528EC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rgbClr val="876E5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7926-470A-9A39-C264FA6C0D1C}"/>
              </c:ext>
            </c:extLst>
          </c:dPt>
          <c:dPt>
            <c:idx val="4"/>
            <c:bubble3D val="0"/>
            <c:spPr>
              <a:solidFill>
                <a:srgbClr val="99B60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926-470A-9A39-C264FA6C0D1C}"/>
              </c:ext>
            </c:extLst>
          </c:dPt>
          <c:dPt>
            <c:idx val="5"/>
            <c:bubble3D val="0"/>
            <c:spPr>
              <a:solidFill>
                <a:srgbClr val="854E3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7926-470A-9A39-C264FA6C0D1C}"/>
              </c:ext>
            </c:extLst>
          </c:dPt>
          <c:dPt>
            <c:idx val="6"/>
            <c:bubble3D val="0"/>
            <c:spPr>
              <a:solidFill>
                <a:srgbClr val="67735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926-470A-9A39-C264FA6C0D1C}"/>
              </c:ext>
            </c:extLst>
          </c:dPt>
          <c:dPt>
            <c:idx val="7"/>
            <c:bubble3D val="0"/>
            <c:spPr>
              <a:solidFill>
                <a:srgbClr val="6A8B5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7926-470A-9A39-C264FA6C0D1C}"/>
              </c:ext>
            </c:extLst>
          </c:dPt>
          <c:dPt>
            <c:idx val="8"/>
            <c:bubble3D val="0"/>
            <c:spPr>
              <a:solidFill>
                <a:srgbClr val="33483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926-470A-9A39-C264FA6C0D1C}"/>
              </c:ext>
            </c:extLst>
          </c:dPt>
          <c:dPt>
            <c:idx val="9"/>
            <c:bubble3D val="0"/>
            <c:spPr>
              <a:solidFill>
                <a:srgbClr val="C3873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926-470A-9A39-C264FA6C0D1C}"/>
              </c:ext>
            </c:extLst>
          </c:dPt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26-470A-9A39-C264FA6C0D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13970" cap="flat" cmpd="sng" algn="ctr">
      <a:solidFill>
        <a:schemeClr val="dk1"/>
      </a:solidFill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bg-BG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A3D58888-C8BE-4622-8BB9-C15D902C22D1}" type="datetimeFigureOut">
              <a:rPr lang="bg-BG" smtClean="0"/>
              <a:t>26.11.2025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9A39630-5EB1-4933-B43C-DA9B81FA4EE7}" type="slidenum">
              <a:rPr lang="bg-BG" smtClean="0"/>
              <a:t>‹#›</a:t>
            </a:fld>
            <a:endParaRPr lang="bg-BG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736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58888-C8BE-4622-8BB9-C15D902C22D1}" type="datetimeFigureOut">
              <a:rPr lang="bg-BG" smtClean="0"/>
              <a:t>26.11.2025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9630-5EB1-4933-B43C-DA9B81FA4EE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2368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58888-C8BE-4622-8BB9-C15D902C22D1}" type="datetimeFigureOut">
              <a:rPr lang="bg-BG" smtClean="0"/>
              <a:t>26.11.2025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9630-5EB1-4933-B43C-DA9B81FA4EE7}" type="slidenum">
              <a:rPr lang="bg-BG" smtClean="0"/>
              <a:t>‹#›</a:t>
            </a:fld>
            <a:endParaRPr lang="bg-BG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26777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58888-C8BE-4622-8BB9-C15D902C22D1}" type="datetimeFigureOut">
              <a:rPr lang="bg-BG" smtClean="0"/>
              <a:t>26.11.2025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9630-5EB1-4933-B43C-DA9B81FA4EE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6073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58888-C8BE-4622-8BB9-C15D902C22D1}" type="datetimeFigureOut">
              <a:rPr lang="bg-BG" smtClean="0"/>
              <a:t>26.11.2025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9630-5EB1-4933-B43C-DA9B81FA4EE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64312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58888-C8BE-4622-8BB9-C15D902C22D1}" type="datetimeFigureOut">
              <a:rPr lang="bg-BG" smtClean="0"/>
              <a:t>26.11.2025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9630-5EB1-4933-B43C-DA9B81FA4EE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0639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58888-C8BE-4622-8BB9-C15D902C22D1}" type="datetimeFigureOut">
              <a:rPr lang="bg-BG" smtClean="0"/>
              <a:t>26.11.2025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9630-5EB1-4933-B43C-DA9B81FA4EE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47548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58888-C8BE-4622-8BB9-C15D902C22D1}" type="datetimeFigureOut">
              <a:rPr lang="bg-BG" smtClean="0"/>
              <a:t>26.11.2025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9630-5EB1-4933-B43C-DA9B81FA4EE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6557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58888-C8BE-4622-8BB9-C15D902C22D1}" type="datetimeFigureOut">
              <a:rPr lang="bg-BG" smtClean="0"/>
              <a:t>26.11.2025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9630-5EB1-4933-B43C-DA9B81FA4EE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49975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58888-C8BE-4622-8BB9-C15D902C22D1}" type="datetimeFigureOut">
              <a:rPr lang="bg-BG" smtClean="0"/>
              <a:t>26.11.2025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9630-5EB1-4933-B43C-DA9B81FA4EE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0860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58888-C8BE-4622-8BB9-C15D902C22D1}" type="datetimeFigureOut">
              <a:rPr lang="bg-BG" smtClean="0"/>
              <a:t>26.11.2025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9630-5EB1-4933-B43C-DA9B81FA4EE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29022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A3D58888-C8BE-4622-8BB9-C15D902C22D1}" type="datetimeFigureOut">
              <a:rPr lang="bg-BG" smtClean="0"/>
              <a:t>26.11.2025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9A39630-5EB1-4933-B43C-DA9B81FA4EE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2834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F32C0C-8D2F-4F2D-9CD6-1D1F8EA0A2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596"/>
            <a:ext cx="2850776" cy="67728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D8F65D4-3AE0-4C80-B0BE-5E8098D994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14619" r="17782" b="6257"/>
          <a:stretch/>
        </p:blipFill>
        <p:spPr>
          <a:xfrm>
            <a:off x="3003176" y="667871"/>
            <a:ext cx="8149475" cy="55222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3326B1-9C9A-49AE-90DA-8BEEA7833640}"/>
              </a:ext>
            </a:extLst>
          </p:cNvPr>
          <p:cNvSpPr txBox="1"/>
          <p:nvPr/>
        </p:nvSpPr>
        <p:spPr>
          <a:xfrm>
            <a:off x="5683624" y="181073"/>
            <a:ext cx="2344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	</a:t>
            </a:r>
            <a:r>
              <a:rPr lang="bg-B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Цветови схеми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E87C34-80B9-4638-97EB-BF33F97A59CB}"/>
              </a:ext>
            </a:extLst>
          </p:cNvPr>
          <p:cNvSpPr txBox="1"/>
          <p:nvPr/>
        </p:nvSpPr>
        <p:spPr>
          <a:xfrm>
            <a:off x="300317" y="194520"/>
            <a:ext cx="2250141" cy="64633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bg-BG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Картината която избрах</a:t>
            </a:r>
          </a:p>
        </p:txBody>
      </p:sp>
    </p:spTree>
    <p:extLst>
      <p:ext uri="{BB962C8B-B14F-4D97-AF65-F5344CB8AC3E}">
        <p14:creationId xmlns:p14="http://schemas.microsoft.com/office/powerpoint/2010/main" val="382121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C4FFEC46-13FD-4ED2-9D5F-49921F2F980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77025842"/>
              </p:ext>
            </p:extLst>
          </p:nvPr>
        </p:nvGraphicFramePr>
        <p:xfrm>
          <a:off x="7010094" y="939574"/>
          <a:ext cx="4190693" cy="4972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32606F6-5686-4C3B-895C-4FC563853319}"/>
              </a:ext>
            </a:extLst>
          </p:cNvPr>
          <p:cNvSpPr txBox="1"/>
          <p:nvPr/>
        </p:nvSpPr>
        <p:spPr>
          <a:xfrm>
            <a:off x="762000" y="1859338"/>
            <a:ext cx="642906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Водни обекти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- 512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Иглолистна гора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- 312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Широколистна гора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- 311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Смесена гора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- 313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Лозя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- 221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Естествени тревни площи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- 321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Земи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заети предимно от земеделие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със значителни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участъци естествена растителност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- 243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Неполивна обработваема земя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- 211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Индустриални или търговски обекти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- 121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Комлекси от обработваеми земи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- 242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1243F4-E4EF-4F2F-95D3-A83E343AD4EC}"/>
              </a:ext>
            </a:extLst>
          </p:cNvPr>
          <p:cNvSpPr/>
          <p:nvPr/>
        </p:nvSpPr>
        <p:spPr>
          <a:xfrm>
            <a:off x="576263" y="1933575"/>
            <a:ext cx="228600" cy="206163"/>
          </a:xfrm>
          <a:prstGeom prst="rect">
            <a:avLst/>
          </a:prstGeom>
          <a:solidFill>
            <a:srgbClr val="528EC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F9EBEF-F25E-41A9-A625-ECE4E8E20D44}"/>
              </a:ext>
            </a:extLst>
          </p:cNvPr>
          <p:cNvSpPr/>
          <p:nvPr/>
        </p:nvSpPr>
        <p:spPr>
          <a:xfrm>
            <a:off x="576263" y="2213975"/>
            <a:ext cx="228600" cy="206163"/>
          </a:xfrm>
          <a:prstGeom prst="rect">
            <a:avLst/>
          </a:prstGeom>
          <a:solidFill>
            <a:srgbClr val="33483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1C2F47-0DA5-4A94-882C-3322DF399234}"/>
              </a:ext>
            </a:extLst>
          </p:cNvPr>
          <p:cNvSpPr/>
          <p:nvPr/>
        </p:nvSpPr>
        <p:spPr>
          <a:xfrm>
            <a:off x="576263" y="2494375"/>
            <a:ext cx="228600" cy="206163"/>
          </a:xfrm>
          <a:prstGeom prst="rect">
            <a:avLst/>
          </a:prstGeom>
          <a:solidFill>
            <a:srgbClr val="6A8B5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BB29D4-F826-416F-89A9-7DBB1A601263}"/>
              </a:ext>
            </a:extLst>
          </p:cNvPr>
          <p:cNvSpPr/>
          <p:nvPr/>
        </p:nvSpPr>
        <p:spPr>
          <a:xfrm>
            <a:off x="576263" y="2758670"/>
            <a:ext cx="228600" cy="206163"/>
          </a:xfrm>
          <a:prstGeom prst="rect">
            <a:avLst/>
          </a:prstGeom>
          <a:solidFill>
            <a:srgbClr val="67735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D11476-BB41-407F-A43D-F53C870DDA78}"/>
              </a:ext>
            </a:extLst>
          </p:cNvPr>
          <p:cNvSpPr/>
          <p:nvPr/>
        </p:nvSpPr>
        <p:spPr>
          <a:xfrm>
            <a:off x="576263" y="3040736"/>
            <a:ext cx="228600" cy="206163"/>
          </a:xfrm>
          <a:prstGeom prst="rect">
            <a:avLst/>
          </a:prstGeom>
          <a:solidFill>
            <a:srgbClr val="67271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34A515-6DFC-48F3-A703-55B6A36A27CF}"/>
              </a:ext>
            </a:extLst>
          </p:cNvPr>
          <p:cNvSpPr/>
          <p:nvPr/>
        </p:nvSpPr>
        <p:spPr>
          <a:xfrm>
            <a:off x="576263" y="3322802"/>
            <a:ext cx="228600" cy="206163"/>
          </a:xfrm>
          <a:prstGeom prst="rect">
            <a:avLst/>
          </a:prstGeom>
          <a:solidFill>
            <a:srgbClr val="99B60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88071A-C032-4D66-A539-A51D418860A1}"/>
              </a:ext>
            </a:extLst>
          </p:cNvPr>
          <p:cNvSpPr/>
          <p:nvPr/>
        </p:nvSpPr>
        <p:spPr>
          <a:xfrm>
            <a:off x="576263" y="3604972"/>
            <a:ext cx="228600" cy="206163"/>
          </a:xfrm>
          <a:prstGeom prst="rect">
            <a:avLst/>
          </a:prstGeom>
          <a:solidFill>
            <a:srgbClr val="854E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6D012A-277D-402E-B764-C00D31269E62}"/>
              </a:ext>
            </a:extLst>
          </p:cNvPr>
          <p:cNvSpPr/>
          <p:nvPr/>
        </p:nvSpPr>
        <p:spPr>
          <a:xfrm>
            <a:off x="576263" y="4147897"/>
            <a:ext cx="228600" cy="206163"/>
          </a:xfrm>
          <a:prstGeom prst="rect">
            <a:avLst/>
          </a:prstGeom>
          <a:solidFill>
            <a:srgbClr val="C3873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482ABF-373D-4CF3-9A74-83C93D794E66}"/>
              </a:ext>
            </a:extLst>
          </p:cNvPr>
          <p:cNvSpPr/>
          <p:nvPr/>
        </p:nvSpPr>
        <p:spPr>
          <a:xfrm>
            <a:off x="576263" y="4429963"/>
            <a:ext cx="228600" cy="206163"/>
          </a:xfrm>
          <a:prstGeom prst="rect">
            <a:avLst/>
          </a:prstGeom>
          <a:solidFill>
            <a:srgbClr val="535A5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BBECEB-C84D-430E-924F-C0C07DD0E66E}"/>
              </a:ext>
            </a:extLst>
          </p:cNvPr>
          <p:cNvSpPr/>
          <p:nvPr/>
        </p:nvSpPr>
        <p:spPr>
          <a:xfrm>
            <a:off x="576263" y="4690822"/>
            <a:ext cx="228600" cy="206163"/>
          </a:xfrm>
          <a:prstGeom prst="rect">
            <a:avLst/>
          </a:prstGeom>
          <a:solidFill>
            <a:srgbClr val="876E5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39" name="Graphic 38" descr="Large paint brush with solid fill">
            <a:extLst>
              <a:ext uri="{FF2B5EF4-FFF2-40B4-BE49-F238E27FC236}">
                <a16:creationId xmlns:a16="http://schemas.microsoft.com/office/drawing/2014/main" id="{3AF3192E-4219-4387-B9AC-A05D9F664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81762" y="104401"/>
            <a:ext cx="662319" cy="66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24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70198A-26E0-4C3E-8540-00D66B44A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59" y="294939"/>
            <a:ext cx="9371754" cy="62681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F3732B-5E84-45A2-BE7B-BD76DFBD0846}"/>
              </a:ext>
            </a:extLst>
          </p:cNvPr>
          <p:cNvSpPr txBox="1"/>
          <p:nvPr/>
        </p:nvSpPr>
        <p:spPr>
          <a:xfrm>
            <a:off x="9753600" y="3105834"/>
            <a:ext cx="243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 фиксиран мащаб М1 : 100 000</a:t>
            </a:r>
            <a:endParaRPr lang="bg-B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40890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75</TotalTime>
  <Words>69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Century Schoolbook</vt:lpstr>
      <vt:lpstr>Times New Roman</vt:lpstr>
      <vt:lpstr>Wingdings 2</vt:lpstr>
      <vt:lpstr>View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9</cp:revision>
  <dcterms:created xsi:type="dcterms:W3CDTF">2025-11-25T22:29:25Z</dcterms:created>
  <dcterms:modified xsi:type="dcterms:W3CDTF">2025-11-25T23:44:42Z</dcterms:modified>
</cp:coreProperties>
</file>